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</a:rPr>
              <a:t>tcs  </a:t>
            </a:r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</a:rPr>
              <a:t>TATA CONSULTANCY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</a:rPr>
              <a:t>SERVICES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TATA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0" cy="22860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for Learning And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Internal Knowledge Assistant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knowledge discovery through intelligent algorithms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May 2026   |   Team: 2 Developers   |   Classification: Internal   |   Comcast × TCS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belief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822960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~18,200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1828800" cy="822960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777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1828800" cy="822960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777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Calendar Months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1828800" cy="822960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777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Person-Days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a RAG (Retrieval-Augmented Generation) application with a Python/FastAPI backend, React/TypeScript frontend, and containerized infrastructure (Podman Compose). Two developers working in parallel — one backend-focused, one frontend-focused — can deliver the full application in 8 weeks (2 calendar months).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 (Backend)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builds the RAG pipeline, APIs, and integrations.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 (Frontend + DevOps)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builds the chat UI, Podman infrastructure, and testing.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AI coding assistants (GitHub Copilot)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reducing boilerplate and test effort by ~25%.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2   |   TCS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 Developer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(3+ years)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Required: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async / FastAPI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+ SQL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LLM/RAG concepts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(Qdrant)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34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(3+ years)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Required: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240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Compose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GitHub Actions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basics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(vitest, k6)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80 person-days  =  2 developers × 40 working days  =  8 weeks elapsed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3   |   TCS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Weeks 1 &amp;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setup, FastAPI skeleton, pydantic-settings config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REST API client (pagination, auth)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parser + sentence-aware text chunker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project setup (Vite + TypeScript)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Compose: backend + qdrant + ollama + frontend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chat UI layout (ChatContainer, ChatInput, MessageList)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service (Ollama nomic-embed-text)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 (upsert, search, delete)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endpoint (full refresh + incremental skip)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MessageItem component (Markdown, code blocks, copy)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client service (EventSource streaming)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useChat hook (useReducer + localStorage)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for frontend (Node build → nginx)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4   |   TCS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Weeks 3 &amp;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 (retrieve → build context → prompt)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abstraction (Ollama + Azure OpenAI + AMA Bespoke)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endpoint with SSE streaming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 injection in stream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component (clickable links)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sidebar (list, search, rename, delete)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useFolders + useConversations hooks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 toggle (useTheme)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persistence (SQLite store)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(skip LLM for repeated queries)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rewriter (LLM rewrites vague questions)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+ input guardrails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UI (drag &amp; drop)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diagram + image block rendering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popup + query suggestions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 + responsive layout polish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5   |   TCS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Weeks 5 &amp; 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JWT, user store, login/register API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 + RBAC space access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 endpoint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(cross-encoder LLM scoring)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+ AuthContext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dashboard (admin view)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 suite (vitest: hooks + components)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run.ps1 / run.sh automation scripts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integration (REST client + issue-to-chunks)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 (file/PR ingestion)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 (multi-source query routing)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parser service (PDF, DOCX, CSV)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mode (cert generation, nginx HTTPS)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 profile (Elasticsearch + Kibana)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profile + Alembic migrations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test scripts (smoke, load, stress)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6   |   TCS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Weeks 7 &amp; 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777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VS Code Copilot (stdio proxy)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FlowIntel MCP client (SAT auth, tool discovery)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 + Teams bot integration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SSO/OIDC integration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0" y="1097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manifests (deployments, HPA, ingress)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Prometheus metrics setup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proxy CA cert injection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 suite (pytest, unit + integration)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(Cognee-lite)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fixes, edge cases, security hardening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(OpenAPI/Swagger)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0" y="3017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+ bug fixes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(README, .env.example, AGENTS.md)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+ load testing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 verification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7   |   TCS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 — 8-Week Delivery Plan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772400" y="777240"/>
            <a:ext cx="8686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777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11887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Pipeline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371600" y="1216152"/>
            <a:ext cx="1783080" cy="21945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1216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1440" y="15361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&amp; Frontend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371600" y="1563624"/>
            <a:ext cx="1783080" cy="219456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156362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1440" y="18836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Streaming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0" y="1911096"/>
            <a:ext cx="1783080" cy="219456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191109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" y="22311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Enterprise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29200" y="2258568"/>
            <a:ext cx="1783080" cy="219456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258568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1440" y="2578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DevOps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00400" y="2606040"/>
            <a:ext cx="3611880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260604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144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Bots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58000" y="2953512"/>
            <a:ext cx="868680" cy="219456"/>
          </a:xfrm>
          <a:prstGeom prst="rect">
            <a:avLst/>
          </a:prstGeom>
          <a:solidFill>
            <a:srgbClr val="B83280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29535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1440" y="32735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CI/CD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858000" y="3300984"/>
            <a:ext cx="868680" cy="219456"/>
          </a:xfrm>
          <a:prstGeom prst="rect">
            <a:avLst/>
          </a:prstGeom>
          <a:solidFill>
            <a:srgbClr val="975A16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330098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1440" y="3621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Polish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772400" y="3648456"/>
            <a:ext cx="868680" cy="219456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43" name="Text 41"/>
          <p:cNvSpPr/>
          <p:nvPr/>
        </p:nvSpPr>
        <p:spPr>
          <a:xfrm>
            <a:off x="7818120" y="36484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023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4297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2: Working prototype — ingest docs, ask questions, get AI answers (backend only)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4: Full demo-ready app — chat UI + streaming + conversations + themes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6: Enterprise features — auth, multi-source ingestion, caching, guardrails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8: Production-ready — tested, load-tested, CI/CD, K8s, documented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8   |   TCS 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Breakdown by Category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"/>
                <a:gridCol w="548640"/>
                <a:gridCol w="5852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RAG Pipeline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Confluence client, chunker, embeddings, vector store, RAG service, ingestion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&amp; Streaming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Multi-provider LLM, SSE streaming, prompt engineering, semantic cache, rewriter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&amp; Enterprise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auth, SSO/OIDC, RBAC, guardrails, re-ranker, entity extraction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Jira, GitHub, MCP server, FlowIntel, Slack/Teams bots, file parser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Testing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suite (unit + integration), ~3,500 LOC test coverage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Frontend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UI, conversations, themes, file upload, Markdown/Mermaid, 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&amp; Infrastructure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Compose (12 services), TLS, ELK, PostgreSQL profiles, scripts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&amp; Kubernetes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pipeline, K8s manifests, HPA, ingress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Testing &amp; QA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suite, k6 load tests, docs, final polish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&amp; Learning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concepts, Qdrant, Ollama, LLM APIs (first 2 days each developer)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days per developer × 2 developers = 8 weeks elapsed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9   |   TCS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Estimation 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20040" cy="32004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Estimation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feature tasks identified across all sprints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estimated individually in hours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aggregated → 80 total person-days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team velocity benchmarks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0" y="868680"/>
            <a:ext cx="320040" cy="32004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3258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codebase: ~18,200 lines of code measured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standard: 50–100 LOC per developer/day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 assistance: 182–364 dev-days needed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 (~25% boost): reduced to ~80 days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320040" cy="32004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3258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× 2 weeks each = 8 weeks total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story points per developer per sprint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total story points across full delivery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mid-senior developer benchmarks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Confidence &amp; Risk Factors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37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✅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Core RAG + Frontend (already built &amp; tested)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3931920" cy="502920"/>
          </a:xfrm>
          <a:prstGeom prst="rect">
            <a:avLst/>
          </a:prstGeom>
          <a:solidFill>
            <a:srgbClr val="FFFFF0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337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⚠️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Infrastructure (corporate proxy/VPN variables)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 +1 week VPN/proxy issues  |  +2–3 weeks if junior developers  |  +1 week major scope changes  |  Plan for 9 weeks for guaranteed delivery.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10   |   TCS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 Matrix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3154680"/>
                <a:gridCol w="31546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A — Backend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B — Frontend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 (async)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all backend code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scripts, debugging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APIs, SSE, middleware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all frontend code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Compose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container image build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12-service compose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/ Vector DB / LLM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core architecture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understand the 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consumption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Confluence, Jira, GitHub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SSE client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(SQLite + PostgreSQL)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user/conversation store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(JWT, OAuth2, OIDC)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backend auth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login UI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manifests, HPA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(GitHub Actions)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pipeline config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11   |   TCS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Dependencies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78408"/>
            <a:ext cx="274320" cy="27432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78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 Available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developers use GitHub Copilot — reduces boilerplate/test effort by ~25%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978408"/>
            <a:ext cx="274320" cy="27432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78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 Access Granted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and space access approved before Week 1 (otherwise use local test docs)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984248"/>
            <a:ext cx="274320" cy="27432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984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Scope Changes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as defined; additional sources or UI features would extend timeline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984248"/>
            <a:ext cx="274320" cy="27432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984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Available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developers have Podman installed (enterprise-approved, replaces Docker Desktop)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990088"/>
            <a:ext cx="274320" cy="27432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990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Productive Hours/Day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context-switching to other projects during the 8-week sprint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990088"/>
            <a:ext cx="274320" cy="274320"/>
          </a:xfrm>
          <a:prstGeom prst="ellipse">
            <a:avLst/>
          </a:prstGeom>
          <a:solidFill>
            <a:srgbClr val="0082CA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990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Developers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years experience; if junior developers, add 2–3 weeks buffer to the plan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931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Buffer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8-week plan has ~3 days of slack per developer built into Week 8. If corporate environment issues arise (proxy, VPN, access requests), this buffer absorbs 1 week of delays. For guaranteed delivery, plan for 9 weeks.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12   |   TCS Confidential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51560"/>
            <a:ext cx="640080" cy="2286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RAG Prototype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Confluence docs → ask questions → get AI answers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pipeline proven end-to-end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internal engineering validation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68680"/>
            <a:ext cx="3931920" cy="54864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051560"/>
            <a:ext cx="640080" cy="22860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515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Application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417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UI with streaming responses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+ dark/light mode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stakeholder demonstration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97480"/>
            <a:ext cx="3931920" cy="54864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880360"/>
            <a:ext cx="640080" cy="22860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803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246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 + RBAC), Jira/GitHub ingestion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caching, guardrails, file upload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intent routing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697480"/>
            <a:ext cx="3931920" cy="54864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880360"/>
            <a:ext cx="640080" cy="22860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8803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Package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246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K8s manifests, load tests complete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bots, MCP server operational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documentation, performance verified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13   |   TCS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Estimate — AWS EC2 + LLM (Enterprise Scale)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286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 (One-Time)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42976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A (Backend)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resource rate card (TCS)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B (Frontend + DevOps)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resource rate card (TCS)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Dev/Test Infrastructure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weeks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Podman on developer laptops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LLM costs (Ollama/AMA Bespoke)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weeks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local Ollama or Comcast FlowContext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31720"/>
            <a:ext cx="8595360" cy="2286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331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Monthly Infrastructure — AWS EC2/ECS/EKS</a:t>
            </a:r>
            <a:endParaRPr lang="en-US" sz="9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097280"/>
                <a:gridCol w="3474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/ Config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Server (EC2/ECS)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t3.xlarge (4 vCPU, 16 GB)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backend + nginx frontend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Vector DB (EC2)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m5.large (2 vCPU, 8 GB)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EBS volume 50GB SSD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(RDS)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 Multi-AZ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Conversations, feedback, users, graph links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 (ALB)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termination + routing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AWS Infrastructure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Production-grade HA setup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to 500+ concurrent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14   |   TCS Confidential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Analysis — FlowContext Models &amp; Enterprise User Capacity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286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FlowContext LLM Options (context.flow.cnap.comcast.net — Comcast Internal Gateway)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914400"/>
                <a:gridCol w="914400"/>
                <a:gridCol w="914400"/>
                <a:gridCol w="1097280"/>
                <a:gridCol w="26517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Input/1M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Output/1M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Cost/Query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Users/Mo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gpt-5-nano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Cheap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gpt-5-mini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 ⭐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claude-4-6-sonnet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$14.85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Quality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nova-micro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Option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514600"/>
            <a:ext cx="8595360" cy="2286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514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 Monthly Cost by User Scale</a:t>
            </a:r>
            <a:endParaRPr lang="en-US" sz="8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097280"/>
                <a:gridCol w="1371600"/>
                <a:gridCol w="1371600"/>
                <a:gridCol w="14630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Scale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Queries/Day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Infra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(gpt-5-mini)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TOTAL/Month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Team (50 users)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~125 queries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82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~$151/mo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~$3.02/user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Org (200 users)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queries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82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~$293/mo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~$1.47/user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 (500 users)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~1,500 queries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82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~$429/mo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~$0.86/user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(1,000+ users)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~3,000+ queries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82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~$668/mo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~$0.67/user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accessed via Comcast FlowContext — corporate approved, zero external data transfer. AWS costs estimated for us-east-1 region. Semantic cache reduces LLM calls by 30–60%.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15   |   TCS 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Developer Profiles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 Developer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 Python development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Flask, async/await patterns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SQL, database design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LLM/ML experience with RAG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API, vector databases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and embedding models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observability tooling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93192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Senior Python Developer / Backend Engineer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 React/TypeScript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hooks, TypeScript, Vite build tooling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Compose, container orchestration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basics with GitHub Actions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nginx, ELK stack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testing, vitest unit testing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Prometheus metrics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3931920" cy="274320"/>
          </a:xfrm>
          <a:prstGeom prst="rect">
            <a:avLst/>
          </a:prstGeom>
          <a:solidFill>
            <a:srgbClr val="0082C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Senior Frontend Developer / Full-Stack Engineer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A"/>
                </a:solidFill>
              </a:rPr>
              <a:t>tcs </a:t>
            </a:r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TATA CONSULTANCY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8C9BAA"/>
                </a:solidFill>
              </a:rPr>
              <a:t>SERVICES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BAA"/>
                </a:solidFill>
              </a:rPr>
              <a:t>16   |   TCS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9BAA"/>
                </a:solidFill>
              </a:rPr>
              <a:t>TATA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</a:rPr>
              <a:t>tcs  </a:t>
            </a:r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</a:rPr>
              <a:t>TATA CONSULTANCY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</a:rPr>
              <a:t>SERVICES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TATA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0" cy="13716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Internal Knowledge Assistant  |  Comcast × TCS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 Tests   |   18,200 LOC   |   8 Weeks   |   2 Developers   |   ~$293/month for 200 users (AWS + FlowContext)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belief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- AI Tool for Learning And Search</dc:title>
  <dc:subject>PptxGenJS Presentation</dc:subject>
  <dc:creator>TCS - Comcast</dc:creator>
  <cp:lastModifiedBy>TCS - Comcast</cp:lastModifiedBy>
  <cp:revision>1</cp:revision>
  <dcterms:created xsi:type="dcterms:W3CDTF">2026-05-13T00:32:33Z</dcterms:created>
  <dcterms:modified xsi:type="dcterms:W3CDTF">2026-05-13T00:32:33Z</dcterms:modified>
</cp:coreProperties>
</file>